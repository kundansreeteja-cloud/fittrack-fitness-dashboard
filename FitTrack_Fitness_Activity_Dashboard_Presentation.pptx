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89520" y="731520"/>
            <a:ext cx="3840480" cy="53035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A3E635"/>
                </a:solidFill>
                <a:latin typeface="Aptos"/>
              </a:defRPr>
            </a:pPr>
            <a:r>
              <a:t>HACKATHON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5F7F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A3E635"/>
                </a:solidFill>
                <a:latin typeface="Aptos"/>
              </a:defRPr>
            </a:pPr>
            <a:r>
              <a:t>Fitness Activity</a:t>
            </a:r>
          </a:p>
          <a:p>
            <a:pPr>
              <a:spcAft>
                <a:spcPts val="700"/>
              </a:spcAft>
              <a:defRPr sz="2700" b="1">
                <a:solidFill>
                  <a:srgbClr val="A3E63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6035040" cy="73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AFB9C5"/>
                </a:solidFill>
                <a:latin typeface="Aptos"/>
              </a:defRPr>
            </a:pPr>
            <a:r>
              <a:rPr dirty="0"/>
              <a:t>Record workouts. Track progress.</a:t>
            </a:r>
          </a:p>
          <a:p>
            <a:pPr>
              <a:spcAft>
                <a:spcPts val="700"/>
              </a:spcAft>
              <a:defRPr sz="1800" b="0">
                <a:solidFill>
                  <a:srgbClr val="AFB9C5"/>
                </a:solidFill>
                <a:latin typeface="Aptos"/>
              </a:defRPr>
            </a:pPr>
            <a:r>
              <a:rPr dirty="0"/>
              <a:t>Turn activity data into clear insights.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86384" y="505663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5F7FA"/>
                </a:solidFill>
                <a:latin typeface="Aptos"/>
              </a:defRPr>
            </a:pPr>
            <a:r>
              <a:rPr dirty="0"/>
              <a:t>MERN STACK • REACT • NODE.JS • EXPRESS •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A3E635"/>
                </a:solidFill>
                <a:latin typeface="Aptos"/>
              </a:defRPr>
            </a:pPr>
            <a:r>
              <a:t>YOUR ACTIVITY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7" y="1600200"/>
            <a:ext cx="3200400" cy="749808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WORKOUTS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2606040"/>
            <a:ext cx="3200400" cy="749808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DURATION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680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611880"/>
            <a:ext cx="3200400" cy="749808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CALORIES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4,250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892040"/>
            <a:ext cx="228600" cy="54864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4434840"/>
            <a:ext cx="228600" cy="100584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23960" y="4709160"/>
            <a:ext cx="228600" cy="73152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4069080"/>
            <a:ext cx="228600" cy="137160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46920" y="4526280"/>
            <a:ext cx="228600" cy="91440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0" y="3794760"/>
            <a:ext cx="228600" cy="164592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9880" y="4297680"/>
            <a:ext cx="228600" cy="114300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9C5"/>
                </a:solidFill>
                <a:latin typeface="Aptos"/>
              </a:defRPr>
            </a:pPr>
            <a:r>
              <a:t>WEEKLY ACTIVITY (ILLUSTRATION)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13832"/>
            <a:ext cx="9144000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rPr lang="en-IN" sz="1200" b="1" dirty="0"/>
              <a:t>Kundan sreeteja [25MVCSMR0228]</a:t>
            </a:r>
          </a:p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rPr lang="en-IN" sz="1200" b="1" dirty="0"/>
              <a:t>Shiva mani [ 25MVCSMR0216]</a:t>
            </a:r>
          </a:p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rPr lang="en-IN" sz="1200" b="1" dirty="0"/>
              <a:t>Sai Bhargav [25MVCSMR0233]</a:t>
            </a:r>
          </a:p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rPr lang="en-IN" sz="1200" b="1" dirty="0"/>
              <a:t>Deekshith Reddy [25MVCSMR0261]</a:t>
            </a:r>
            <a:endParaRPr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5F7FA"/>
                </a:solidFill>
                <a:latin typeface="Aptos"/>
              </a:defRPr>
            </a:pPr>
            <a:r>
              <a:t>People often record workouts inconsistently and struggle to understand their progress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Workout details can be scattered across notes or apps.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It is difficult to review duration and calories across multiple sessions.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Without visual summaries, progress patterns are harder to notice.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Manual tracking makes updating and managing records inconvenient.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02 • 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5F7FA"/>
                </a:solidFill>
                <a:latin typeface="Aptos"/>
              </a:defRPr>
            </a:pPr>
            <a:r>
              <a:t>FitTrack is a web dashboard for recording workouts and visualizing activity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429000" cy="196596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RECORD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Save exercise type, date, duration, calories, and optional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743200"/>
            <a:ext cx="3429000" cy="196596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MANAGE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View, search, filter, edit, and delete workout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3291840" cy="196596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UNDERSTAND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Use live statistics and charts to review activity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A3E635"/>
                </a:solidFill>
                <a:latin typeface="Aptos"/>
              </a:defRPr>
            </a:pPr>
            <a:r>
              <a:t>The dashboard uses saved backend data instead of treating static demo values as real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03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834640" cy="182880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REACT FRONTEND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Dashboard, workout forms, filters, charts, and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40280"/>
            <a:ext cx="2834640" cy="182880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NODE.JS + EXPRESS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REST API, request validation, CRUD routes, health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240280"/>
            <a:ext cx="2834640" cy="182880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MONGODB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Persistent storage for workout records.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852928"/>
            <a:ext cx="594360" cy="41148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635240" y="2852928"/>
            <a:ext cx="594360" cy="41148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FB9C5"/>
                </a:solidFill>
                <a:latin typeface="Aptos"/>
              </a:defRPr>
            </a:pPr>
            <a:r>
              <a:t>Flow: user action → API request → database operation → updated response → refreshed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04 • IMPLEMENTED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246120" cy="16459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Live dashboard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Stat cards, weekly area chart with Duration/Calories toggle, sessions-per-day bar chart, recent workouts.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246120" cy="16459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Workout CRUD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Create, read, update, and delete workout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783080"/>
            <a:ext cx="3246120" cy="16459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Search &amp; filters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Debounced text search, exercise-type filter, and date-range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40480"/>
            <a:ext cx="3246120" cy="16459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Form validation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Client-side and server-side validation with useful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840480"/>
            <a:ext cx="3246120" cy="16459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Toast notifications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Auto-dismissing success, error, and information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840480"/>
            <a:ext cx="3246120" cy="164592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Service status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Database connection indicator, health-check endpoint, and clear offline handling.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05 • ACTIVITY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Dashboard &amp; Progress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37560" cy="132588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SUMMARY CARDS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Total workouts, duration, calories burned, and average duration.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337560" cy="132588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WEEKLY AREA CHART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Switch between duration and calories to compare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37560" cy="132588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SESSIONS PER DAY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See how workout frequency changes throughout the week.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846320"/>
            <a:ext cx="502920" cy="548640"/>
          </a:xfrm>
          <a:prstGeom prst="rect">
            <a:avLst/>
          </a:prstGeom>
          <a:solidFill>
            <a:srgbClr val="4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1800" y="4480560"/>
            <a:ext cx="502920" cy="914400"/>
          </a:xfrm>
          <a:prstGeom prst="rect">
            <a:avLst/>
          </a:prstGeom>
          <a:solidFill>
            <a:srgbClr val="4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4663440"/>
            <a:ext cx="502920" cy="731520"/>
          </a:xfrm>
          <a:prstGeom prst="rect">
            <a:avLst/>
          </a:prstGeom>
          <a:solidFill>
            <a:srgbClr val="4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7800" y="4160520"/>
            <a:ext cx="502920" cy="123444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4343400"/>
            <a:ext cx="502920" cy="1051560"/>
          </a:xfrm>
          <a:prstGeom prst="rect">
            <a:avLst/>
          </a:prstGeom>
          <a:solidFill>
            <a:srgbClr val="4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3886200"/>
            <a:ext cx="502920" cy="15087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4160520"/>
            <a:ext cx="502920" cy="1234440"/>
          </a:xfrm>
          <a:prstGeom prst="rect">
            <a:avLst/>
          </a:prstGeom>
          <a:solidFill>
            <a:srgbClr val="4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9C5"/>
                </a:solidFill>
                <a:latin typeface="Aptos"/>
              </a:defRPr>
            </a:pPr>
            <a:r>
              <a:t>Illustrative chart styling — actual values are calculated from saved workout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06 • LIVE 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Workout Management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A3E6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Add workout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78308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FB9C5"/>
                </a:solidFill>
                <a:latin typeface="Aptos"/>
              </a:defRPr>
            </a:pPr>
            <a:r>
              <a:t>Enter exercise, date, duration, calories, and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3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A3E6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34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Find a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834639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FB9C5"/>
                </a:solidFill>
                <a:latin typeface="Aptos"/>
              </a:defRPr>
            </a:pPr>
            <a:r>
              <a:t>Search by name and apply type or date filters.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A3E6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Edit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88620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FB9C5"/>
                </a:solidFill>
                <a:latin typeface="Aptos"/>
              </a:defRPr>
            </a:pPr>
            <a:r>
              <a:t>Update the selected workout and save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5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A3E63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93775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Delete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937759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FB9C5"/>
                </a:solidFill>
                <a:latin typeface="Aptos"/>
              </a:defRPr>
            </a:pPr>
            <a:r>
              <a:t>Confirm deletion and verify the list and totals update.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A3E635"/>
                </a:solidFill>
                <a:latin typeface="Aptos"/>
              </a:defRPr>
            </a:pPr>
            <a:r>
              <a:t>Demo tip: add a test workout first, then edit it and delete it to demonstrate the full CRUD cycle.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07 • BEHIND THE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API, Validation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REST endpoints support workout create, read, update, and delete operations.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GET /api/health reports backend service health.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Server-side validation helps protect data quality.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If MongoDB is unavailable, the API returns HTTP 503 with a clear message rather than pretending data was saved.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The sidebar database indicator reflects connection status and polls periodically.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Environment variables hold connection configuration; secrets should not be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08 • 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Results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83280" cy="182880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CENTRALIZED TRACKING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Workout details are stored in one place and can be revisited.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383280" cy="182880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CLEARER PROGRESS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Charts and summaries make activity patterns easier to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1828800"/>
          </a:xfrm>
          <a:prstGeom prst="roundRect">
            <a:avLst/>
          </a:prstGeom>
          <a:solidFill>
            <a:srgbClr val="181F28"/>
          </a:solidFill>
          <a:ln>
            <a:solidFill>
              <a:srgbClr val="30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rtlCol="0" anchor="t"/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t>EASIER MANAGEMENT</a:t>
            </a:r>
          </a:p>
          <a:p>
            <a:pPr>
              <a:spcBef>
                <a:spcPts val="800"/>
              </a:spcBef>
              <a:defRPr sz="1300">
                <a:solidFill>
                  <a:srgbClr val="F5F7FA"/>
                </a:solidFill>
                <a:latin typeface="Aptos"/>
              </a:defRPr>
            </a:pPr>
            <a:r>
              <a:t>Search, filters, and CRUD actions simplify record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Project status: frontend and backend are running; the core workout management and dashboard flow has been tested by the developer.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9C5"/>
                </a:solidFill>
                <a:latin typeface="Aptos"/>
              </a:defRPr>
            </a:pPr>
            <a:r>
              <a:t>Note: results are functional project outcomes, not claims of medical accuracy or measured fitness improvement.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3E635"/>
                </a:solidFill>
                <a:latin typeface="Aptos"/>
              </a:defRPr>
            </a:pPr>
            <a:r>
              <a:t>09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548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 Add secure user accounts and per-user workout histories.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 Introduce weekly/monthly goals and achievement summaries.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 Export workout history to CSV or PDF.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 Add optional reminders and personalized trend insights.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 FitTrack demonstrates a practical MERN application with persistent CRUD data and interactive progress visualization.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23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A3E635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FB9C5"/>
                </a:solidFill>
                <a:latin typeface="Aptos"/>
              </a:defRPr>
            </a:pPr>
            <a:r>
              <a:t>FITTRACK • FITNESS ACTIVITY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3E63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798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kundan sreeteja</cp:lastModifiedBy>
  <cp:revision>2</cp:revision>
  <dcterms:created xsi:type="dcterms:W3CDTF">2013-01-27T09:14:16Z</dcterms:created>
  <dcterms:modified xsi:type="dcterms:W3CDTF">2026-10-10T05:15:31Z</dcterms:modified>
  <cp:category/>
</cp:coreProperties>
</file>